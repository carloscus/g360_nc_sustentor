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manual. El cliente abre este archivo sin que nadie se lo presente: el titulo dice que es y el subtitulo que va a poder hacer al 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ventana no aparece, probablemente quedo una instancia anterior abierta. Cerrala desde el Administrador de tareas (proceso python.exe) y volve a intentar.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cartucho incremental solo trae lo nuevo y se suma. Uno completo reemplaza todo: se usa cuando arrancas de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habilita el siguiente. Si un boton esta apagado, te falta completar el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datos no toca nada. Generar Excel crea los archivos en tu carpeta de salida.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adoptas lineas nuevas, revisa antes el diagnostico de cobertura: te dice que dias quedarian con lineas 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Ocultar ceros esta activado por defecto. Solo NDB es para cuando unicamente te interesa lo de debito.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tu proveedor te manda su propio formato sin encabezados, avisanos: hay una lectura de contingencia que lo interpreta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tecnico queda en el log de la app, que nos sirve para ayudarte mas rapido.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 este manual junto a tu copia. Cuando llegue una actualizacion, repeti el paso 3 y segui trabajando.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accent-panel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lides-lead:Title"/>
          <p:cNvSpPr/>
          <p:nvPr/>
        </p:nvSpPr>
        <p:spPr>
          <a:xfrm>
            <a:off x="609905" y="19202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— G360 NC Sustentor</a:t>
            </a:r>
            <a:endParaRPr lang="en-US" sz="4800" dirty="0"/>
          </a:p>
        </p:txBody>
      </p:sp>
      <p:sp>
        <p:nvSpPr>
          <p:cNvPr id="4" name="slides-field:Subtitle"/>
          <p:cNvSpPr/>
          <p:nvPr/>
        </p:nvSpPr>
        <p:spPr>
          <a:xfrm>
            <a:off x="609905" y="4434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para arrancar, actualizar tu copia y generar tus expedientes, paso a paso.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la app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step-1"/>
          <p:cNvSpPr/>
          <p:nvPr/>
        </p:nvSpPr>
        <p:spPr>
          <a:xfrm>
            <a:off x="609905" y="2148840"/>
            <a:ext cx="3443935" cy="3794760"/>
          </a:xfrm>
          <a:prstGeom prst="roundRect">
            <a:avLst>
              <a:gd name="adj" fmla="val 3186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lides-field:Step-1"/>
          <p:cNvSpPr/>
          <p:nvPr/>
        </p:nvSpPr>
        <p:spPr>
          <a:xfrm>
            <a:off x="929945" y="2468880"/>
            <a:ext cx="2803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 en launch.vbs</a:t>
            </a:r>
            <a:endParaRPr lang="en-US" sz="1800" dirty="0"/>
          </a:p>
        </p:txBody>
      </p:sp>
      <p:sp>
        <p:nvSpPr>
          <p:cNvPr id="6" name="slides-field:StepDetail-1"/>
          <p:cNvSpPr/>
          <p:nvPr/>
        </p:nvSpPr>
        <p:spPr>
          <a:xfrm>
            <a:off x="929945" y="3703320"/>
            <a:ext cx="2803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escritorio o en la carpeta, sin consola a la vista</a:t>
            </a:r>
            <a:endParaRPr lang="en-US" sz="1800" dirty="0"/>
          </a:p>
        </p:txBody>
      </p:sp>
      <p:sp>
        <p:nvSpPr>
          <p:cNvPr id="7" name="deco-arrow-1"/>
          <p:cNvSpPr/>
          <p:nvPr/>
        </p:nvSpPr>
        <p:spPr>
          <a:xfrm>
            <a:off x="4108704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deco-step-2"/>
          <p:cNvSpPr/>
          <p:nvPr/>
        </p:nvSpPr>
        <p:spPr>
          <a:xfrm>
            <a:off x="4373880" y="2148840"/>
            <a:ext cx="3443935" cy="3794760"/>
          </a:xfrm>
          <a:prstGeom prst="roundRect">
            <a:avLst>
              <a:gd name="adj" fmla="val 3186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slides-field:Step-2"/>
          <p:cNvSpPr/>
          <p:nvPr/>
        </p:nvSpPr>
        <p:spPr>
          <a:xfrm>
            <a:off x="4693920" y="2468880"/>
            <a:ext cx="2803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vez</a:t>
            </a:r>
            <a:endParaRPr lang="en-US" sz="1800" dirty="0"/>
          </a:p>
        </p:txBody>
      </p:sp>
      <p:sp>
        <p:nvSpPr>
          <p:cNvPr id="10" name="slides-field:StepDetail-2"/>
          <p:cNvSpPr/>
          <p:nvPr/>
        </p:nvSpPr>
        <p:spPr>
          <a:xfrm>
            <a:off x="4693920" y="3703320"/>
            <a:ext cx="2803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solo lo que falta (pide internet unos minutos)</a:t>
            </a:r>
            <a:endParaRPr lang="en-US" sz="1800" dirty="0"/>
          </a:p>
        </p:txBody>
      </p:sp>
      <p:sp>
        <p:nvSpPr>
          <p:cNvPr id="11" name="deco-arrow-2"/>
          <p:cNvSpPr/>
          <p:nvPr/>
        </p:nvSpPr>
        <p:spPr>
          <a:xfrm>
            <a:off x="7872679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deco-step-3"/>
          <p:cNvSpPr/>
          <p:nvPr/>
        </p:nvSpPr>
        <p:spPr>
          <a:xfrm>
            <a:off x="8137855" y="2148840"/>
            <a:ext cx="3443935" cy="3794760"/>
          </a:xfrm>
          <a:prstGeom prst="roundRect">
            <a:avLst>
              <a:gd name="adj" fmla="val 3186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slides-field:Step-3"/>
          <p:cNvSpPr/>
          <p:nvPr/>
        </p:nvSpPr>
        <p:spPr>
          <a:xfrm>
            <a:off x="8457895" y="2468880"/>
            <a:ext cx="2803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dias</a:t>
            </a:r>
            <a:endParaRPr lang="en-US" sz="1800" dirty="0"/>
          </a:p>
        </p:txBody>
      </p:sp>
      <p:sp>
        <p:nvSpPr>
          <p:cNvPr id="14" name="slides-field:StepDetail-3"/>
          <p:cNvSpPr/>
          <p:nvPr/>
        </p:nvSpPr>
        <p:spPr>
          <a:xfrm>
            <a:off x="8457895" y="3703320"/>
            <a:ext cx="2803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directo y rapido, donde la dejaste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al dia tu copia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step-1"/>
          <p:cNvSpPr/>
          <p:nvPr/>
        </p:nvSpPr>
        <p:spPr>
          <a:xfrm>
            <a:off x="609905" y="2148840"/>
            <a:ext cx="3443935" cy="3794760"/>
          </a:xfrm>
          <a:prstGeom prst="roundRect">
            <a:avLst>
              <a:gd name="adj" fmla="val 3186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lides-field:Step-1"/>
          <p:cNvSpPr/>
          <p:nvPr/>
        </p:nvSpPr>
        <p:spPr>
          <a:xfrm>
            <a:off x="929945" y="2468880"/>
            <a:ext cx="2803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 el cartucho</a:t>
            </a:r>
            <a:endParaRPr lang="en-US" sz="1800" dirty="0"/>
          </a:p>
        </p:txBody>
      </p:sp>
      <p:sp>
        <p:nvSpPr>
          <p:cNvPr id="6" name="slides-field:StepDetail-1"/>
          <p:cNvSpPr/>
          <p:nvPr/>
        </p:nvSpPr>
        <p:spPr>
          <a:xfrm>
            <a:off x="929945" y="3703320"/>
            <a:ext cx="2803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un archivo .zip del proveedor, completo o de un rango de fechas</a:t>
            </a:r>
            <a:endParaRPr lang="en-US" sz="1800" dirty="0"/>
          </a:p>
        </p:txBody>
      </p:sp>
      <p:sp>
        <p:nvSpPr>
          <p:cNvPr id="7" name="deco-arrow-1"/>
          <p:cNvSpPr/>
          <p:nvPr/>
        </p:nvSpPr>
        <p:spPr>
          <a:xfrm>
            <a:off x="4108704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deco-step-2"/>
          <p:cNvSpPr/>
          <p:nvPr/>
        </p:nvSpPr>
        <p:spPr>
          <a:xfrm>
            <a:off x="4373880" y="2148840"/>
            <a:ext cx="3443935" cy="3794760"/>
          </a:xfrm>
          <a:prstGeom prst="roundRect">
            <a:avLst>
              <a:gd name="adj" fmla="val 3186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slides-field:Step-2"/>
          <p:cNvSpPr/>
          <p:nvPr/>
        </p:nvSpPr>
        <p:spPr>
          <a:xfrm>
            <a:off x="4693920" y="2468880"/>
            <a:ext cx="2803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Importalo</a:t>
            </a:r>
            <a:endParaRPr lang="en-US" sz="1800" dirty="0"/>
          </a:p>
        </p:txBody>
      </p:sp>
      <p:sp>
        <p:nvSpPr>
          <p:cNvPr id="10" name="slides-field:StepDetail-2"/>
          <p:cNvSpPr/>
          <p:nvPr/>
        </p:nvSpPr>
        <p:spPr>
          <a:xfrm>
            <a:off x="4693920" y="3703320"/>
            <a:ext cx="2803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Configuracion, Gestion, Importar cartucho; se suma a lo que ya tenes, no lo borra</a:t>
            </a:r>
            <a:endParaRPr lang="en-US" sz="1800" dirty="0"/>
          </a:p>
        </p:txBody>
      </p:sp>
      <p:sp>
        <p:nvSpPr>
          <p:cNvPr id="11" name="deco-arrow-2"/>
          <p:cNvSpPr/>
          <p:nvPr/>
        </p:nvSpPr>
        <p:spPr>
          <a:xfrm>
            <a:off x="7872679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deco-step-3"/>
          <p:cNvSpPr/>
          <p:nvPr/>
        </p:nvSpPr>
        <p:spPr>
          <a:xfrm>
            <a:off x="8137855" y="2148840"/>
            <a:ext cx="3443935" cy="3794760"/>
          </a:xfrm>
          <a:prstGeom prst="roundRect">
            <a:avLst>
              <a:gd name="adj" fmla="val 3186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slides-field:Step-3"/>
          <p:cNvSpPr/>
          <p:nvPr/>
        </p:nvSpPr>
        <p:spPr>
          <a:xfrm>
            <a:off x="8457895" y="2468880"/>
            <a:ext cx="2803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1800" dirty="0"/>
          </a:p>
        </p:txBody>
      </p:sp>
      <p:sp>
        <p:nvSpPr>
          <p:cNvPr id="14" name="slides-field:StepDetail-3"/>
          <p:cNvSpPr/>
          <p:nvPr/>
        </p:nvSpPr>
        <p:spPr>
          <a:xfrm>
            <a:off x="8457895" y="3703320"/>
            <a:ext cx="2803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que tus clientes y tus fechas esten, antes de seguir trabajando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sustento, en 4 pasos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step-1"/>
          <p:cNvSpPr/>
          <p:nvPr/>
        </p:nvSpPr>
        <p:spPr>
          <a:xfrm>
            <a:off x="609905" y="2148840"/>
            <a:ext cx="2502941" cy="3794760"/>
          </a:xfrm>
          <a:prstGeom prst="roundRect">
            <a:avLst>
              <a:gd name="adj" fmla="val 4384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lides-field:Step-1"/>
          <p:cNvSpPr/>
          <p:nvPr/>
        </p:nvSpPr>
        <p:spPr>
          <a:xfrm>
            <a:off x="929945" y="2468880"/>
            <a:ext cx="186286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Defini el caso</a:t>
            </a:r>
            <a:endParaRPr lang="en-US" sz="1800" dirty="0"/>
          </a:p>
        </p:txBody>
      </p:sp>
      <p:sp>
        <p:nvSpPr>
          <p:cNvPr id="6" name="slides-field:StepDetail-1"/>
          <p:cNvSpPr/>
          <p:nvPr/>
        </p:nvSpPr>
        <p:spPr>
          <a:xfrm>
            <a:off x="929945" y="3703320"/>
            <a:ext cx="18628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caso y modalidad, con tus observaciones</a:t>
            </a:r>
            <a:endParaRPr lang="en-US" sz="1800" dirty="0"/>
          </a:p>
        </p:txBody>
      </p:sp>
      <p:sp>
        <p:nvSpPr>
          <p:cNvPr id="7" name="deco-arrow-1"/>
          <p:cNvSpPr/>
          <p:nvPr/>
        </p:nvSpPr>
        <p:spPr>
          <a:xfrm>
            <a:off x="3167710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deco-step-2"/>
          <p:cNvSpPr/>
          <p:nvPr/>
        </p:nvSpPr>
        <p:spPr>
          <a:xfrm>
            <a:off x="3432886" y="2148840"/>
            <a:ext cx="2502941" cy="3794760"/>
          </a:xfrm>
          <a:prstGeom prst="roundRect">
            <a:avLst>
              <a:gd name="adj" fmla="val 4384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slides-field:Step-2"/>
          <p:cNvSpPr/>
          <p:nvPr/>
        </p:nvSpPr>
        <p:spPr>
          <a:xfrm>
            <a:off x="3752926" y="2468880"/>
            <a:ext cx="186286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Acota los datos</a:t>
            </a:r>
            <a:endParaRPr lang="en-US" sz="1800" dirty="0"/>
          </a:p>
        </p:txBody>
      </p:sp>
      <p:sp>
        <p:nvSpPr>
          <p:cNvPr id="10" name="slides-field:StepDetail-2"/>
          <p:cNvSpPr/>
          <p:nvPr/>
        </p:nvSpPr>
        <p:spPr>
          <a:xfrm>
            <a:off x="3752926" y="3703320"/>
            <a:ext cx="18628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Vendedor, cliente y rango de fechas</a:t>
            </a:r>
            <a:endParaRPr lang="en-US" sz="1800" dirty="0"/>
          </a:p>
        </p:txBody>
      </p:sp>
      <p:sp>
        <p:nvSpPr>
          <p:cNvPr id="11" name="deco-arrow-2"/>
          <p:cNvSpPr/>
          <p:nvPr/>
        </p:nvSpPr>
        <p:spPr>
          <a:xfrm>
            <a:off x="5990692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deco-step-3"/>
          <p:cNvSpPr/>
          <p:nvPr/>
        </p:nvSpPr>
        <p:spPr>
          <a:xfrm>
            <a:off x="6255868" y="2148840"/>
            <a:ext cx="2502941" cy="3794760"/>
          </a:xfrm>
          <a:prstGeom prst="roundRect">
            <a:avLst>
              <a:gd name="adj" fmla="val 4384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slides-field:Step-3"/>
          <p:cNvSpPr/>
          <p:nvPr/>
        </p:nvSpPr>
        <p:spPr>
          <a:xfrm>
            <a:off x="6575908" y="2468880"/>
            <a:ext cx="186286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Ejecuta</a:t>
            </a:r>
            <a:endParaRPr lang="en-US" sz="1800" dirty="0"/>
          </a:p>
        </p:txBody>
      </p:sp>
      <p:sp>
        <p:nvSpPr>
          <p:cNvPr id="14" name="slides-field:StepDetail-3"/>
          <p:cNvSpPr/>
          <p:nvPr/>
        </p:nvSpPr>
        <p:spPr>
          <a:xfrm>
            <a:off x="6575908" y="3703320"/>
            <a:ext cx="18628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busca el historial y calcula las diferencias</a:t>
            </a:r>
            <a:endParaRPr lang="en-US" sz="1800" dirty="0"/>
          </a:p>
        </p:txBody>
      </p:sp>
      <p:sp>
        <p:nvSpPr>
          <p:cNvPr id="15" name="deco-arrow-3"/>
          <p:cNvSpPr/>
          <p:nvPr/>
        </p:nvSpPr>
        <p:spPr>
          <a:xfrm>
            <a:off x="8813673" y="3918204"/>
            <a:ext cx="210312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deco-step-4"/>
          <p:cNvSpPr/>
          <p:nvPr/>
        </p:nvSpPr>
        <p:spPr>
          <a:xfrm>
            <a:off x="9078849" y="2148840"/>
            <a:ext cx="2502941" cy="3794760"/>
          </a:xfrm>
          <a:prstGeom prst="roundRect">
            <a:avLst>
              <a:gd name="adj" fmla="val 4384"/>
            </a:avLst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slides-field:Step-4"/>
          <p:cNvSpPr/>
          <p:nvPr/>
        </p:nvSpPr>
        <p:spPr>
          <a:xfrm>
            <a:off x="9398889" y="2468880"/>
            <a:ext cx="186286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Genera el expediente</a:t>
            </a:r>
            <a:endParaRPr lang="en-US" sz="1800" dirty="0"/>
          </a:p>
        </p:txBody>
      </p:sp>
      <p:sp>
        <p:nvSpPr>
          <p:cNvPr id="18" name="slides-field:StepDetail-4"/>
          <p:cNvSpPr/>
          <p:nvPr/>
        </p:nvSpPr>
        <p:spPr>
          <a:xfrm>
            <a:off x="9398889" y="3703320"/>
            <a:ext cx="18628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la carpeta con el Excel y el informe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compras: primero mirar, despues generar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winner"/>
          <p:cNvSpPr/>
          <p:nvPr/>
        </p:nvSpPr>
        <p:spPr>
          <a:xfrm>
            <a:off x="609905" y="2148840"/>
            <a:ext cx="5257343" cy="3794760"/>
          </a:xfrm>
          <a:prstGeom prst="roundRect">
            <a:avLst>
              <a:gd name="adj" fmla="val 289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lides-field:Left"/>
          <p:cNvSpPr/>
          <p:nvPr/>
        </p:nvSpPr>
        <p:spPr>
          <a:xfrm>
            <a:off x="975665" y="2468880"/>
            <a:ext cx="45258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datos</a:t>
            </a:r>
            <a:endParaRPr lang="en-US" sz="1800" dirty="0"/>
          </a:p>
        </p:txBody>
      </p:sp>
      <p:sp>
        <p:nvSpPr>
          <p:cNvPr id="6" name="slides-field:LeftBody"/>
          <p:cNvSpPr/>
          <p:nvPr/>
        </p:nvSpPr>
        <p:spPr>
          <a:xfrm>
            <a:off x="975665" y="3291840"/>
            <a:ext cx="45258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lo que hay, sin escribir nada. Siempre primero.</a:t>
            </a:r>
            <a:endParaRPr lang="en-US" sz="1800" dirty="0"/>
          </a:p>
        </p:txBody>
      </p:sp>
      <p:sp>
        <p:nvSpPr>
          <p:cNvPr id="7" name="deco-other"/>
          <p:cNvSpPr/>
          <p:nvPr/>
        </p:nvSpPr>
        <p:spPr>
          <a:xfrm>
            <a:off x="6324448" y="2148840"/>
            <a:ext cx="5257343" cy="3794760"/>
          </a:xfrm>
          <a:prstGeom prst="roundRect">
            <a:avLst>
              <a:gd name="adj" fmla="val 2892"/>
            </a:avLst>
          </a:prstGeom>
          <a:solidFill>
            <a:srgbClr val="F1F5FB">
              <a:alpha val="6000"/>
            </a:srgbClr>
          </a:solidFill>
          <a:ln w="12700">
            <a:solidFill>
              <a:srgbClr val="F1F5FB">
                <a:alpha val="0"/>
              </a:srgbClr>
            </a:solidFill>
            <a:prstDash val="solid"/>
          </a:ln>
        </p:spPr>
      </p:sp>
      <p:sp>
        <p:nvSpPr>
          <p:cNvPr id="8" name="slides-field:Right"/>
          <p:cNvSpPr/>
          <p:nvPr/>
        </p:nvSpPr>
        <p:spPr>
          <a:xfrm>
            <a:off x="6690208" y="2468880"/>
            <a:ext cx="45258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Excel</a:t>
            </a:r>
            <a:endParaRPr lang="en-US" sz="1800" dirty="0"/>
          </a:p>
        </p:txBody>
      </p:sp>
      <p:sp>
        <p:nvSpPr>
          <p:cNvPr id="9" name="slides-field:RightBody"/>
          <p:cNvSpPr/>
          <p:nvPr/>
        </p:nvSpPr>
        <p:spPr>
          <a:xfrm>
            <a:off x="6690208" y="3291840"/>
            <a:ext cx="45258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los archivos. Solo cuando lo de arriba te conforma.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lineas mandan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winner"/>
          <p:cNvSpPr/>
          <p:nvPr/>
        </p:nvSpPr>
        <p:spPr>
          <a:xfrm>
            <a:off x="609905" y="2148840"/>
            <a:ext cx="5257343" cy="3794760"/>
          </a:xfrm>
          <a:prstGeom prst="roundRect">
            <a:avLst>
              <a:gd name="adj" fmla="val 289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lides-field:Left"/>
          <p:cNvSpPr/>
          <p:nvPr/>
        </p:nvSpPr>
        <p:spPr>
          <a:xfrm>
            <a:off x="975665" y="2468880"/>
            <a:ext cx="45258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tuyas</a:t>
            </a:r>
            <a:endParaRPr lang="en-US" sz="1800" dirty="0"/>
          </a:p>
        </p:txBody>
      </p:sp>
      <p:sp>
        <p:nvSpPr>
          <p:cNvPr id="6" name="slides-field:LeftBody"/>
          <p:cNvSpPr/>
          <p:nvPr/>
        </p:nvSpPr>
        <p:spPr>
          <a:xfrm>
            <a:off x="975665" y="3291840"/>
            <a:ext cx="45258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PC guarda las suyas; importar un cartucho no las cambia.</a:t>
            </a:r>
            <a:endParaRPr lang="en-US" sz="1800" dirty="0"/>
          </a:p>
        </p:txBody>
      </p:sp>
      <p:sp>
        <p:nvSpPr>
          <p:cNvPr id="7" name="deco-other"/>
          <p:cNvSpPr/>
          <p:nvPr/>
        </p:nvSpPr>
        <p:spPr>
          <a:xfrm>
            <a:off x="6324448" y="2148840"/>
            <a:ext cx="5257343" cy="3794760"/>
          </a:xfrm>
          <a:prstGeom prst="roundRect">
            <a:avLst>
              <a:gd name="adj" fmla="val 2892"/>
            </a:avLst>
          </a:prstGeom>
          <a:solidFill>
            <a:srgbClr val="F1F5FB">
              <a:alpha val="6000"/>
            </a:srgbClr>
          </a:solidFill>
          <a:ln w="12700">
            <a:solidFill>
              <a:srgbClr val="F1F5FB">
                <a:alpha val="0"/>
              </a:srgbClr>
            </a:solidFill>
            <a:prstDash val="solid"/>
          </a:ln>
        </p:spPr>
      </p:sp>
      <p:sp>
        <p:nvSpPr>
          <p:cNvPr id="8" name="slides-field:Right"/>
          <p:cNvSpPr/>
          <p:nvPr/>
        </p:nvSpPr>
        <p:spPr>
          <a:xfrm>
            <a:off x="6690208" y="2468880"/>
            <a:ext cx="45258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del cartucho</a:t>
            </a:r>
            <a:endParaRPr lang="en-US" sz="1800" dirty="0"/>
          </a:p>
        </p:txBody>
      </p:sp>
      <p:sp>
        <p:nvSpPr>
          <p:cNvPr id="9" name="slides-field:RightBody"/>
          <p:cNvSpPr/>
          <p:nvPr/>
        </p:nvSpPr>
        <p:spPr>
          <a:xfrm>
            <a:off x="6690208" y="3291840"/>
            <a:ext cx="45258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Vienen como informacion; las adoptas solo si queres, desde Configuracion.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-content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calculo, en palabras simples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card-1"/>
          <p:cNvSpPr/>
          <p:nvPr/>
        </p:nvSpPr>
        <p:spPr>
          <a:xfrm>
            <a:off x="609905" y="2148840"/>
            <a:ext cx="3413455" cy="3794760"/>
          </a:xfrm>
          <a:prstGeom prst="roundRect">
            <a:avLst>
              <a:gd name="adj" fmla="val 321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lides-field:Card-1"/>
          <p:cNvSpPr/>
          <p:nvPr/>
        </p:nvSpPr>
        <p:spPr>
          <a:xfrm>
            <a:off x="929945" y="2468880"/>
            <a:ext cx="2773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diferencias 0.00</a:t>
            </a:r>
            <a:endParaRPr lang="en-US" sz="1800" dirty="0"/>
          </a:p>
        </p:txBody>
      </p:sp>
      <p:sp>
        <p:nvSpPr>
          <p:cNvPr id="6" name="slides-field:CardBody-1"/>
          <p:cNvSpPr/>
          <p:nvPr/>
        </p:nvSpPr>
        <p:spPr>
          <a:xfrm>
            <a:off x="929945" y="3840480"/>
            <a:ext cx="27733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del listado lo que dio cero, para ver solo lo que importa</a:t>
            </a:r>
            <a:endParaRPr lang="en-US" sz="1800" dirty="0"/>
          </a:p>
        </p:txBody>
      </p:sp>
      <p:sp>
        <p:nvSpPr>
          <p:cNvPr id="7" name="deco-card-2"/>
          <p:cNvSpPr/>
          <p:nvPr/>
        </p:nvSpPr>
        <p:spPr>
          <a:xfrm>
            <a:off x="4389120" y="2148840"/>
            <a:ext cx="3413455" cy="3794760"/>
          </a:xfrm>
          <a:prstGeom prst="roundRect">
            <a:avLst>
              <a:gd name="adj" fmla="val 3215"/>
            </a:avLst>
          </a:prstGeom>
          <a:solidFill>
            <a:srgbClr val="F1F5FB">
              <a:alpha val="6000"/>
            </a:srgbClr>
          </a:solidFill>
          <a:ln w="12700">
            <a:solidFill>
              <a:srgbClr val="F1F5FB">
                <a:alpha val="0"/>
              </a:srgbClr>
            </a:solidFill>
            <a:prstDash val="solid"/>
          </a:ln>
        </p:spPr>
      </p:sp>
      <p:sp>
        <p:nvSpPr>
          <p:cNvPr id="8" name="slides-field:Card-2"/>
          <p:cNvSpPr/>
          <p:nvPr/>
        </p:nvSpPr>
        <p:spPr>
          <a:xfrm>
            <a:off x="4709160" y="2468880"/>
            <a:ext cx="2773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NDB</a:t>
            </a:r>
            <a:endParaRPr lang="en-US" sz="1800" dirty="0"/>
          </a:p>
        </p:txBody>
      </p:sp>
      <p:sp>
        <p:nvSpPr>
          <p:cNvPr id="9" name="slides-field:CardBody-2"/>
          <p:cNvSpPr/>
          <p:nvPr/>
        </p:nvSpPr>
        <p:spPr>
          <a:xfrm>
            <a:off x="4709160" y="3840480"/>
            <a:ext cx="27733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la Nota de Debito cuando el precio facturado quedo por debajo</a:t>
            </a:r>
            <a:endParaRPr lang="en-US" sz="1800" dirty="0"/>
          </a:p>
        </p:txBody>
      </p:sp>
      <p:sp>
        <p:nvSpPr>
          <p:cNvPr id="10" name="deco-card-3"/>
          <p:cNvSpPr/>
          <p:nvPr/>
        </p:nvSpPr>
        <p:spPr>
          <a:xfrm>
            <a:off x="8168335" y="2148840"/>
            <a:ext cx="3413455" cy="3794760"/>
          </a:xfrm>
          <a:prstGeom prst="roundRect">
            <a:avLst>
              <a:gd name="adj" fmla="val 3215"/>
            </a:avLst>
          </a:prstGeom>
          <a:solidFill>
            <a:srgbClr val="F1F5FB">
              <a:alpha val="6000"/>
            </a:srgbClr>
          </a:solidFill>
          <a:ln w="12700">
            <a:solidFill>
              <a:srgbClr val="F1F5FB">
                <a:alpha val="0"/>
              </a:srgbClr>
            </a:solidFill>
            <a:prstDash val="solid"/>
          </a:ln>
        </p:spPr>
      </p:sp>
      <p:sp>
        <p:nvSpPr>
          <p:cNvPr id="11" name="slides-field:Card-3"/>
          <p:cNvSpPr/>
          <p:nvPr/>
        </p:nvSpPr>
        <p:spPr>
          <a:xfrm>
            <a:off x="8488375" y="2468880"/>
            <a:ext cx="2773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NDB</a:t>
            </a:r>
            <a:endParaRPr lang="en-US" sz="1800" dirty="0"/>
          </a:p>
        </p:txBody>
      </p:sp>
      <p:sp>
        <p:nvSpPr>
          <p:cNvPr id="12" name="slides-field:CardBody-3"/>
          <p:cNvSpPr/>
          <p:nvPr/>
        </p:nvSpPr>
        <p:spPr>
          <a:xfrm>
            <a:off x="8488375" y="3840480"/>
            <a:ext cx="27733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unicamente lo de debito e ignora el resto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precios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37360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609905" y="1920240"/>
            <a:ext cx="9509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plantilla oficial con CODIGO_SKU y PRECIO_BASE. Si pegas datos con filas vacias o subtitulos entre medio, la app las ignora y te avisa cuantas salto: no frenan el proceso.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94360"/>
            <a:ext cx="107890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anda</a:t>
            </a:r>
            <a:endParaRPr lang="en-US" sz="3200" dirty="0"/>
          </a:p>
        </p:txBody>
      </p:sp>
      <p:sp>
        <p:nvSpPr>
          <p:cNvPr id="3" name="deco-rule"/>
          <p:cNvSpPr/>
          <p:nvPr/>
        </p:nvSpPr>
        <p:spPr>
          <a:xfrm>
            <a:off x="609905" y="1719072"/>
            <a:ext cx="14630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deco-dot-1"/>
          <p:cNvSpPr/>
          <p:nvPr/>
        </p:nvSpPr>
        <p:spPr>
          <a:xfrm>
            <a:off x="683057" y="239572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lides-field:Item-1"/>
          <p:cNvSpPr/>
          <p:nvPr/>
        </p:nvSpPr>
        <p:spPr>
          <a:xfrm>
            <a:off x="1295705" y="2194560"/>
            <a:ext cx="1028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no arranca</a:t>
            </a:r>
            <a:endParaRPr lang="en-US" sz="1800" dirty="0"/>
          </a:p>
        </p:txBody>
      </p:sp>
      <p:sp>
        <p:nvSpPr>
          <p:cNvPr id="6" name="slides-field:ItemBody-1"/>
          <p:cNvSpPr/>
          <p:nvPr/>
        </p:nvSpPr>
        <p:spPr>
          <a:xfrm>
            <a:off x="1295705" y="2761488"/>
            <a:ext cx="1028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 la instancia anterior y reintenta</a:t>
            </a:r>
            <a:endParaRPr lang="en-US" sz="1800" dirty="0"/>
          </a:p>
        </p:txBody>
      </p:sp>
      <p:sp>
        <p:nvSpPr>
          <p:cNvPr id="7" name="deco-dot-2"/>
          <p:cNvSpPr/>
          <p:nvPr/>
        </p:nvSpPr>
        <p:spPr>
          <a:xfrm>
            <a:off x="683057" y="376732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lides-field:Item-2"/>
          <p:cNvSpPr/>
          <p:nvPr/>
        </p:nvSpPr>
        <p:spPr>
          <a:xfrm>
            <a:off x="1295705" y="3566160"/>
            <a:ext cx="1028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datos o clientes</a:t>
            </a:r>
            <a:endParaRPr lang="en-US" sz="1800" dirty="0"/>
          </a:p>
        </p:txBody>
      </p:sp>
      <p:sp>
        <p:nvSpPr>
          <p:cNvPr id="9" name="slides-field:ItemBody-2"/>
          <p:cNvSpPr/>
          <p:nvPr/>
        </p:nvSpPr>
        <p:spPr>
          <a:xfrm>
            <a:off x="1295705" y="4133088"/>
            <a:ext cx="1028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que el cartucho se haya importado bien</a:t>
            </a:r>
            <a:endParaRPr lang="en-US" sz="1800" dirty="0"/>
          </a:p>
        </p:txBody>
      </p:sp>
      <p:sp>
        <p:nvSpPr>
          <p:cNvPr id="10" name="deco-dot-3"/>
          <p:cNvSpPr/>
          <p:nvPr/>
        </p:nvSpPr>
        <p:spPr>
          <a:xfrm>
            <a:off x="683057" y="513892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lides-field:Item-3"/>
          <p:cNvSpPr/>
          <p:nvPr/>
        </p:nvSpPr>
        <p:spPr>
          <a:xfrm>
            <a:off x="1295705" y="4937760"/>
            <a:ext cx="1028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otra cosa</a:t>
            </a:r>
            <a:endParaRPr lang="en-US" sz="1800" dirty="0"/>
          </a:p>
        </p:txBody>
      </p:sp>
      <p:sp>
        <p:nvSpPr>
          <p:cNvPr id="12" name="slides-field:ItemBody-3"/>
          <p:cNvSpPr/>
          <p:nvPr/>
        </p:nvSpPr>
        <p:spPr>
          <a:xfrm>
            <a:off x="1295705" y="5504688"/>
            <a:ext cx="1028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que hacias, saca captura y avisanos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statement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Statement"/>
          <p:cNvSpPr/>
          <p:nvPr/>
        </p:nvSpPr>
        <p:spPr>
          <a:xfrm>
            <a:off x="609905" y="2194560"/>
            <a:ext cx="9509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pones los datos; la app pone las cuentas.</a:t>
            </a:r>
            <a:endParaRPr lang="en-US" sz="3200" dirty="0"/>
          </a:p>
        </p:txBody>
      </p:sp>
      <p:sp>
        <p:nvSpPr>
          <p:cNvPr id="3" name="slides-ghost"/>
          <p:cNvSpPr/>
          <p:nvPr/>
        </p:nvSpPr>
        <p:spPr>
          <a:xfrm>
            <a:off x="609905" y="4846320"/>
            <a:ext cx="1463040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2026-10-12T14:24:22Z</dcterms:created>
  <dcterms:modified xsi:type="dcterms:W3CDTF">2026-10-12T14:24:22Z</dcterms:modified>
  <dc:description>slides-spec: manual-usuario.deck.md sha256:75f325b42aa532ee17e57e0c32314d649fb6bfdeab50397ec97c9f766f7a8001</dc:description>
</cp:coreProperties>
</file>